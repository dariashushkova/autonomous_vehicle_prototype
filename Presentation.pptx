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91" r:id="rId5"/>
    <p:sldId id="287" r:id="rId6"/>
    <p:sldId id="304" r:id="rId7"/>
    <p:sldId id="307" r:id="rId8"/>
    <p:sldId id="303" r:id="rId9"/>
    <p:sldId id="305" r:id="rId10"/>
    <p:sldId id="306" r:id="rId11"/>
    <p:sldId id="302" r:id="rId12"/>
    <p:sldId id="288" r:id="rId13"/>
    <p:sldId id="290" r:id="rId14"/>
    <p:sldId id="289" r:id="rId15"/>
    <p:sldId id="296" r:id="rId16"/>
    <p:sldId id="297" r:id="rId17"/>
    <p:sldId id="293" r:id="rId18"/>
    <p:sldId id="294" r:id="rId19"/>
    <p:sldId id="300" r:id="rId20"/>
    <p:sldId id="301" r:id="rId21"/>
    <p:sldId id="295" r:id="rId22"/>
    <p:sldId id="28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62"/>
    <p:restoredTop sz="94659"/>
  </p:normalViewPr>
  <p:slideViewPr>
    <p:cSldViewPr snapToGrid="0" snapToObjects="1">
      <p:cViewPr varScale="1">
        <p:scale>
          <a:sx n="105" d="100"/>
          <a:sy n="105" d="100"/>
        </p:scale>
        <p:origin x="22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2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95000">
              <a:schemeClr val="accent1">
                <a:lumMod val="25000"/>
                <a:lumOff val="75000"/>
              </a:schemeClr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Systems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2E14E2-0171-A899-C741-2FCC5A6CDC79}"/>
              </a:ext>
            </a:extLst>
          </p:cNvPr>
          <p:cNvSpPr/>
          <p:nvPr/>
        </p:nvSpPr>
        <p:spPr>
          <a:xfrm>
            <a:off x="4572000" y="1517766"/>
            <a:ext cx="3862841" cy="37877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DB7287-7D9E-E498-7919-49B7247B5FA9}"/>
              </a:ext>
            </a:extLst>
          </p:cNvPr>
          <p:cNvSpPr/>
          <p:nvPr/>
        </p:nvSpPr>
        <p:spPr>
          <a:xfrm>
            <a:off x="382588" y="1535114"/>
            <a:ext cx="4114800" cy="27647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4231" y="1535113"/>
            <a:ext cx="4041775" cy="639762"/>
          </a:xfrm>
        </p:spPr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</a:t>
            </a:r>
          </a:p>
          <a:p>
            <a:r>
              <a:rPr lang="de-DE" dirty="0"/>
              <a:t>Battery</a:t>
            </a:r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Motivation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Simulating autonomous behaviours like line following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Engineering Design: Prototyping and system modelling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Systems Engineering: System design (SysML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Handling vehicle behaviour under hardware constraints: speed control, sensor calibration, manoeuvring.</a:t>
            </a: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Initially designed State Machine</a:t>
            </a:r>
            <a:endParaRPr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F9AE27C-D3BF-3FD2-A12E-036C5794B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43" t="4123" b="-485"/>
          <a:stretch>
            <a:fillRect/>
          </a:stretch>
        </p:blipFill>
        <p:spPr>
          <a:xfrm>
            <a:off x="1292352" y="1145273"/>
            <a:ext cx="6388608" cy="54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D0D2-BD2B-4712-2D58-7ACB6B89C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6082DBD-6510-9416-F2C1-6EC523635C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98443" y="1600200"/>
            <a:ext cx="3556113" cy="4525963"/>
          </a:xfrm>
          <a:prstGeom prst="rect">
            <a:avLst/>
          </a:prstGeom>
        </p:spPr>
      </p:pic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60A01A38-3AB9-8B3F-371F-7AC1A92F6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F8EBEE-D626-05DD-74A7-EDD8CA39A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98" y="1600200"/>
            <a:ext cx="4347602" cy="36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21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CF50-511C-D203-0CE1-5619CB78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D1E96-85DF-7C17-D214-87E2CD397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designed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A301E5DB-BA0A-2219-5B9E-4BAD3BB55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15456" y="1600200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C870E1-EC1B-45D9-620B-DED1ABF5FFB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07812"/>
            <a:ext cx="4038600" cy="45107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6CAD53-1FAC-EA38-4D76-06B08E2C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2" y="1600200"/>
            <a:ext cx="4251593" cy="451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235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EA84-4D1A-F594-AE19-3548814E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F91A2-D9B2-9F24-59DB-4FED51BCD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8754"/>
            <a:ext cx="8229600" cy="1042098"/>
          </a:xfrm>
        </p:spPr>
        <p:txBody>
          <a:bodyPr>
            <a:normAutofit/>
          </a:bodyPr>
          <a:lstStyle/>
          <a:p>
            <a:r>
              <a:rPr lang="en-GB" dirty="0"/>
              <a:t>Updated State Machine</a:t>
            </a:r>
            <a:endParaRPr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BA8A05-1F97-D121-3A3D-A66CABEC7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2287" y="1096785"/>
            <a:ext cx="4819426" cy="5572461"/>
          </a:xfrm>
        </p:spPr>
      </p:pic>
    </p:spTree>
    <p:extLst>
      <p:ext uri="{BB962C8B-B14F-4D97-AF65-F5344CB8AC3E}">
        <p14:creationId xmlns:p14="http://schemas.microsoft.com/office/powerpoint/2010/main" val="293648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0DE46-D66D-4CBA-B0F0-2FAF10D1E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63B0E-D31C-A56B-6582-A72D1F6BD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BA770986-E5D7-C822-9CD4-15180327C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F6D86E-25A5-BD9A-5012-0BD1828BFF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99054"/>
            <a:ext cx="4038600" cy="40640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07B21E-6C4C-42F7-E809-D64205855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699054"/>
            <a:ext cx="4273833" cy="30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144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A356-CBAE-6B60-CB48-069FC951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CC8EE-D829-2C12-7234-56575CE3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Updated State Machine</a:t>
            </a:r>
            <a:endParaRPr lang="en-DE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E6654EA-C65E-985C-974A-E732CD5C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699054"/>
            <a:ext cx="4271344" cy="4525963"/>
          </a:xfrm>
        </p:spPr>
        <p:txBody>
          <a:bodyPr/>
          <a:lstStyle/>
          <a:p>
            <a:pPr marL="0" indent="0">
              <a:buNone/>
            </a:pPr>
            <a:br>
              <a:rPr lang="en-DE" dirty="0"/>
            </a:br>
            <a:endParaRPr lang="en-D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B8AFFCB-4070-D76C-B10F-3CB62202C9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621039"/>
            <a:ext cx="4038600" cy="448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3D6809-280D-A5E6-2D24-8E32D2790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493" y="1621039"/>
            <a:ext cx="3848357" cy="448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674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6F85-5258-8A88-0F5E-FBDECA2B8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DFADF-6456-D58A-21A6-F779E55D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9C59-1E2E-9F6E-A5E2-58B54CFD7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hardware they did not fit well due to real-world imperfections and printer tolerances.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793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tolerances and features that could let us to modify and fine-tune the parts after the printing with simple tools (cutters, files, extra screws and washers).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construction, the battery was placed at the front of the vehicle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8040624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balanced the weight distribution,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3951733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IR Sensors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without changing sensor mounting or wiring.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It allowed existing sensor spacing and track design to function perfectly, with reliable line tracking.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14255-A7E8-95C9-CDAB-3DE130DA3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78" y="4360164"/>
            <a:ext cx="75565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96022-AD99-4A65-5E29-804B81360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C8D8E-325B-D428-49CB-74A9CE94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9469A-C4B6-CFEE-E8FA-57DE14177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 :</a:t>
            </a:r>
            <a:endParaRPr lang="en-GB" sz="30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600" dirty="0"/>
              <a:t>The ultrasonic sensor was initially configured to detect only maximum distance (e.g.&lt; 20 cm), without initialization of min range.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C888EB-189E-7ADB-CB08-02B5CFED0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4015994"/>
            <a:ext cx="75565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599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3E7E7-1E2B-5585-CF5B-AD147F95A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9D0EA-CD14-510A-8BBA-E344B9D0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A708-828C-9BD8-06B3-A3E93B1F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Implemented echo validation to ensure ping response falls within a practical range between minimum and maximum distance (e.g. 3 cm and 20 cm).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8F2EAB-A54F-5EF7-D31D-A948D04BC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44699"/>
            <a:ext cx="7772400" cy="186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45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662</Words>
  <Application>Microsoft Macintosh PowerPoint</Application>
  <PresentationFormat>On-screen Show (4:3)</PresentationFormat>
  <Paragraphs>99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Wingdings</vt:lpstr>
      <vt:lpstr>Office Theme</vt:lpstr>
      <vt:lpstr>Systems Engineering &amp; Prototyping</vt:lpstr>
      <vt:lpstr>Objective &amp; Hardware Components</vt:lpstr>
      <vt:lpstr>Motivation</vt:lpstr>
      <vt:lpstr>Challenges &amp; Solutions</vt:lpstr>
      <vt:lpstr>Initially designed State Machine</vt:lpstr>
      <vt:lpstr>Initially designed State Machine</vt:lpstr>
      <vt:lpstr>Initially designed State Machine</vt:lpstr>
      <vt:lpstr>Updated State Machine</vt:lpstr>
      <vt:lpstr>Updated State Machine</vt:lpstr>
      <vt:lpstr>Updated State Machine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IR Sensors Configuration</vt:lpstr>
      <vt:lpstr>Ultrasonic Configuration</vt:lpstr>
      <vt:lpstr>Ultrasonic Configuration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Андрей Сысоев</dc:creator>
  <cp:keywords/>
  <dc:description>generated using python-pptx</dc:description>
  <cp:lastModifiedBy>Daria</cp:lastModifiedBy>
  <cp:revision>12</cp:revision>
  <dcterms:created xsi:type="dcterms:W3CDTF">2013-01-27T09:14:16Z</dcterms:created>
  <dcterms:modified xsi:type="dcterms:W3CDTF">2025-06-22T19:07:57Z</dcterms:modified>
  <cp:category/>
</cp:coreProperties>
</file>